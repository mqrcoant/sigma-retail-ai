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SIGMA Retail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700">
                <a:solidFill>
                  <a:srgbClr val="243D4F"/>
                </a:solidFill>
              </a:defRPr>
            </a:pPr>
            <a:r>
              <a:t>Parcial 01 · Agente analítico con Data Mart y BDOO</a:t>
            </a:r>
          </a:p>
          <a:p>
            <a:pPr>
              <a:spcAft>
                <a:spcPts val="1600"/>
              </a:spcAft>
              <a:defRPr sz="2700">
                <a:solidFill>
                  <a:srgbClr val="243D4F"/>
                </a:solidFill>
              </a:defRPr>
            </a:pPr>
            <a:r>
              <a:t>Equipo XX · datos de demostración sintéticos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Problema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Gerencia necesita consultar ventas sin SQL.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Respuesta verificable con evidencia; fuera de alcance se rechaza.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Generador ETL simulado → SQLite/Data Mart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Pregunta → intérprete/catálogo → SQL solo lectura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Objetos Sesion/Pregunta/Resultado → ZODB → trazabilidad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Streamlit → respuestas y consulta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Modelo 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Grano = una línea de un ticket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FactVentas + Tiempo, Producto, Cliente, Sucursal, Canal y Promoción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Claves sustitutas y SCD2 en segmento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Métricas y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Ingreso neto = bruto − descuento − devolución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Margen bruto = neto − costo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Ticket = SUM(neto)/COUNT(DISTINCT ticket_id)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Conciliación fuente y claves foráneas: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Modelo orientado a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10 clases del enunciado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Sesión compone historial Pregunta → Consulta → Resultado → Respuesta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Métodos de validación y registro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Persistencia propuesta: ZODB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Flujo de la 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1. Preguntar ingresos netos por mes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2. Mostrar respuesta y filas SQL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3. Mostrar parámetros y fuente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4. Preguntar “mejor canal” para demostrar ambigüedad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5. Comprobar historial de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20 escenarios de matriz; 20 aprobados en núcleo local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Incluye 7 consultas requeridas + 3 adicionales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Sin datos ≠ cero; SQL destructivo denegado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Verificación ZODB/Streamlit: pendiente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Decisiones y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Interprete local, LLM opcional no conectado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Datos sintéticos 2026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Catálogo cerrado de intenciones, no SQL arbitrario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Futuro: ampliar parser e integrar sistemas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B59"/>
                </a:solidFill>
              </a:defRPr>
            </a:pPr>
            <a:r>
              <a:t>Conclusión y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Los indicadores proceden únicamente del Data Mart.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La BDOO representa comportamiento y trazabilidad.</a:t>
            </a:r>
          </a:p>
          <a:p>
            <a:pPr>
              <a:spcAft>
                <a:spcPts val="1600"/>
              </a:spcAft>
              <a:defRPr sz="2300">
                <a:solidFill>
                  <a:srgbClr val="243D4F"/>
                </a:solidFill>
              </a:defRPr>
            </a:pPr>
            <a:r>
              <a:t>Verificación de la ejecución final: completar en entorno del equipo.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Retail AI  |  Parcial 01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